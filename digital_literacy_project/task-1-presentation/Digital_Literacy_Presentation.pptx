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03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3716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229600" cy="116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Portfolio — CSE0001</a:t>
            </a:r>
          </a:p>
          <a:p>
            <a:pPr marL="0" indent="0">
              <a:buNone/>
            </a:pPr>
            <a:endParaRPr lang="en-US" sz="2000" dirty="0">
              <a:solidFill>
                <a:srgbClr val="02C3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By-Devang </a:t>
            </a:r>
            <a:r>
              <a:rPr lang="en-US" sz="20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Atiyolil</a:t>
            </a:r>
            <a:endParaRPr lang="en-US" sz="2000" dirty="0">
              <a:solidFill>
                <a:srgbClr val="02C3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24BCE11332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Digital Ambassador  |  VIT Bhopal University  |  Second Year B.Tech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DIGITAL LITERACY?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find, evaluate, create and communicate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using digital technologies.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920240"/>
            <a:ext cx="192024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effectively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assess sources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920240"/>
            <a:ext cx="1920240" cy="457200"/>
          </a:xfrm>
          <a:prstGeom prst="rect">
            <a:avLst/>
          </a:prstGeom>
          <a:solidFill>
            <a:srgbClr val="1C6B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24688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credibility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spot misinformation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9202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920240"/>
            <a:ext cx="192024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4688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digital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responsibly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920240"/>
            <a:ext cx="1920240" cy="457200"/>
          </a:xfrm>
          <a:prstGeom prst="rect">
            <a:avLst/>
          </a:prstGeom>
          <a:solidFill>
            <a:srgbClr val="1C6B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24688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safely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professionally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6B8A"/>
          </a:solidFill>
          <a:ln w="12700">
            <a:solidFill>
              <a:srgbClr val="1C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INTERNET PRACTICES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41248"/>
          </a:xfrm>
          <a:prstGeom prst="rect">
            <a:avLst/>
          </a:prstGeom>
          <a:solidFill>
            <a:srgbClr val="E8F4F8"/>
          </a:solidFill>
          <a:ln w="12700">
            <a:solidFill>
              <a:srgbClr val="C5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923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710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12+ characters with letters, numbers &amp; symbols. Never reuse passwords across accounts.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841248"/>
          </a:xfrm>
          <a:prstGeom prst="rect">
            <a:avLst/>
          </a:prstGeom>
          <a:solidFill>
            <a:srgbClr val="F0FAFA"/>
          </a:solidFill>
          <a:ln w="12700">
            <a:solidFill>
              <a:srgbClr val="C5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731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659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19293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 (2FA)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768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2FA on all important accounts. A stolen password alone won't be enough to access your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841248"/>
          </a:xfrm>
          <a:prstGeom prst="rect">
            <a:avLst/>
          </a:prstGeom>
          <a:solidFill>
            <a:srgbClr val="E8F4F8"/>
          </a:solidFill>
          <a:ln w="12700">
            <a:solidFill>
              <a:srgbClr val="C5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80360"/>
            <a:ext cx="731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718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2935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Phishing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826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URLs carefully. Legitimate services will never ask for your OTP or password over call or SMS.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8595360" cy="841248"/>
          </a:xfrm>
          <a:prstGeom prst="rect">
            <a:avLst/>
          </a:prstGeom>
          <a:solidFill>
            <a:srgbClr val="F0FAFA"/>
          </a:solidFill>
          <a:ln w="12700">
            <a:solidFill>
              <a:srgbClr val="C5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86200"/>
            <a:ext cx="731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7764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9410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2885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Aadhaar/PAN photos online. Review app permissions regularly on your smartphone.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PROFESSIONAL ONLINE PRESENCE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code &amp; projects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1–4: Build your portfolio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256032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71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Create a profile README with your name, branch &amp; goals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2743200" cy="59436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networking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placement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880360"/>
            <a:ext cx="256032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971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Add Education, Skills &amp; Certifications as you earn them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86868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868680"/>
            <a:ext cx="2743200" cy="594360"/>
          </a:xfrm>
          <a:prstGeom prst="rect">
            <a:avLst/>
          </a:prstGeom>
          <a:solidFill>
            <a:srgbClr val="20BEFF"/>
          </a:solidFill>
          <a:ln w="12700">
            <a:solidFill>
              <a:srgbClr val="20B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community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competitions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880360"/>
            <a:ext cx="256032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971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Explore public notebooks to learn data analysis techniques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CYBERCRIME AWARENESS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0467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8046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94183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emails/links that steal login details and passwords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56232"/>
            <a:ext cx="8595360" cy="80467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56232"/>
            <a:ext cx="73152" cy="8046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93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Fraud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192938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Scammers send COLLECT requests, pretending you are receiving money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43784"/>
            <a:ext cx="8595360" cy="80467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43784"/>
            <a:ext cx="73152" cy="8046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6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291693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documents (Aadhaar, PAN) used to commit fraud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31336"/>
            <a:ext cx="8595360" cy="80467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831336"/>
            <a:ext cx="73152" cy="8046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044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390448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Harassment, threats, or humiliation via social media or messaging apps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36008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at: cybercrime.gov.in  |  Helpline: 1930 (24x7 — Government of India)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6B8A"/>
          </a:solidFill>
          <a:ln w="12700">
            <a:solidFill>
              <a:srgbClr val="1C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ETIQUETTE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E8F4F8"/>
          </a:solidFill>
          <a:ln w="12700">
            <a:solidFill>
              <a:srgbClr val="C5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Good Email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specific — max 8 words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196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10512" y="1819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Prof./Mr./Ms. [Last Name],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67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10512" y="2267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purpose in 1 sentence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10512" y="2715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polite, one idea per para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163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10512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 reader &amp; state next step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10512" y="3611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regards / Yours sincerely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0599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10512" y="40599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Reg No., College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822960"/>
            <a:ext cx="4389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868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868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14173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a clear subject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2075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Address formally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27340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Proofread before sending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33924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Reply within 24 hrs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14173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slang or emojis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20756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ALL CAPS text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27340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vague subjects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33924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Reply All to large groups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2194560"/>
            <a:ext cx="36576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at a Time.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 •  linkedin.com  •  cybercrime.gov.in  •  Helpline 1930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On-screen Show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Literacy Awareness</dc:title>
  <dc:subject>PptxGenJS Presentation</dc:subject>
  <dc:creator>Student Digital Ambassador</dc:creator>
  <cp:lastModifiedBy>Devang A.</cp:lastModifiedBy>
  <cp:revision>2</cp:revision>
  <dcterms:created xsi:type="dcterms:W3CDTF">2026-03-31T11:08:57Z</dcterms:created>
  <dcterms:modified xsi:type="dcterms:W3CDTF">2026-03-31T12:27:09Z</dcterms:modified>
</cp:coreProperties>
</file>